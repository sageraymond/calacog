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95F531-1E43-4B39-9EA9-C59AE9A04054}" v="3" dt="2025-07-27T00:04:48.4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700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ge Raymond" userId="c3ee695e47d5a038" providerId="LiveId" clId="{CC95F531-1E43-4B39-9EA9-C59AE9A04054}"/>
    <pc:docChg chg="undo custSel modSld">
      <pc:chgData name="Sage Raymond" userId="c3ee695e47d5a038" providerId="LiveId" clId="{CC95F531-1E43-4B39-9EA9-C59AE9A04054}" dt="2025-07-27T00:08:31.406" v="447" actId="1035"/>
      <pc:docMkLst>
        <pc:docMk/>
      </pc:docMkLst>
      <pc:sldChg chg="addSp delSp modSp mod">
        <pc:chgData name="Sage Raymond" userId="c3ee695e47d5a038" providerId="LiveId" clId="{CC95F531-1E43-4B39-9EA9-C59AE9A04054}" dt="2025-07-27T00:08:31.406" v="447" actId="1035"/>
        <pc:sldMkLst>
          <pc:docMk/>
          <pc:sldMk cId="1405226965" sldId="256"/>
        </pc:sldMkLst>
        <pc:spChg chg="mod">
          <ac:chgData name="Sage Raymond" userId="c3ee695e47d5a038" providerId="LiveId" clId="{CC95F531-1E43-4B39-9EA9-C59AE9A04054}" dt="2025-07-27T00:04:25.241" v="13" actId="1037"/>
          <ac:spMkLst>
            <pc:docMk/>
            <pc:sldMk cId="1405226965" sldId="256"/>
            <ac:spMk id="18" creationId="{4DB850BE-F61A-061E-7FCE-351BA4E09219}"/>
          </ac:spMkLst>
        </pc:spChg>
        <pc:spChg chg="del mod">
          <ac:chgData name="Sage Raymond" userId="c3ee695e47d5a038" providerId="LiveId" clId="{CC95F531-1E43-4B39-9EA9-C59AE9A04054}" dt="2025-07-27T00:08:14.172" v="376" actId="478"/>
          <ac:spMkLst>
            <pc:docMk/>
            <pc:sldMk cId="1405226965" sldId="256"/>
            <ac:spMk id="19" creationId="{D83EB51E-F7EE-2365-3C14-3EC74DEEAD03}"/>
          </ac:spMkLst>
        </pc:spChg>
        <pc:spChg chg="del">
          <ac:chgData name="Sage Raymond" userId="c3ee695e47d5a038" providerId="LiveId" clId="{CC95F531-1E43-4B39-9EA9-C59AE9A04054}" dt="2025-07-27T00:04:44.163" v="18" actId="478"/>
          <ac:spMkLst>
            <pc:docMk/>
            <pc:sldMk cId="1405226965" sldId="256"/>
            <ac:spMk id="20" creationId="{08BAF518-9402-7228-0B9A-D0DBFC2542B2}"/>
          </ac:spMkLst>
        </pc:spChg>
        <pc:spChg chg="del">
          <ac:chgData name="Sage Raymond" userId="c3ee695e47d5a038" providerId="LiveId" clId="{CC95F531-1E43-4B39-9EA9-C59AE9A04054}" dt="2025-07-27T00:04:41.952" v="17" actId="478"/>
          <ac:spMkLst>
            <pc:docMk/>
            <pc:sldMk cId="1405226965" sldId="256"/>
            <ac:spMk id="21" creationId="{CA29871A-57EC-C517-1EE8-93B5464DA1F0}"/>
          </ac:spMkLst>
        </pc:spChg>
        <pc:spChg chg="add mod">
          <ac:chgData name="Sage Raymond" userId="c3ee695e47d5a038" providerId="LiveId" clId="{CC95F531-1E43-4B39-9EA9-C59AE9A04054}" dt="2025-07-27T00:08:31.406" v="447" actId="1035"/>
          <ac:spMkLst>
            <pc:docMk/>
            <pc:sldMk cId="1405226965" sldId="256"/>
            <ac:spMk id="23" creationId="{42740D7E-B80D-EAC1-8E6A-00E9A68489EB}"/>
          </ac:spMkLst>
        </pc:spChg>
        <pc:spChg chg="add mod">
          <ac:chgData name="Sage Raymond" userId="c3ee695e47d5a038" providerId="LiveId" clId="{CC95F531-1E43-4B39-9EA9-C59AE9A04054}" dt="2025-07-27T00:05:21.606" v="180" actId="20577"/>
          <ac:spMkLst>
            <pc:docMk/>
            <pc:sldMk cId="1405226965" sldId="256"/>
            <ac:spMk id="24" creationId="{894AA19F-3673-4159-3C37-E7FF48244E1A}"/>
          </ac:spMkLst>
        </pc:spChg>
        <pc:spChg chg="add mod">
          <ac:chgData name="Sage Raymond" userId="c3ee695e47d5a038" providerId="LiveId" clId="{CC95F531-1E43-4B39-9EA9-C59AE9A04054}" dt="2025-07-27T00:05:05.908" v="83" actId="20577"/>
          <ac:spMkLst>
            <pc:docMk/>
            <pc:sldMk cId="1405226965" sldId="256"/>
            <ac:spMk id="25" creationId="{80FE3B5C-9845-6BB0-1067-4CEE8E6F4CDB}"/>
          </ac:spMkLst>
        </pc:spChg>
        <pc:picChg chg="mod">
          <ac:chgData name="Sage Raymond" userId="c3ee695e47d5a038" providerId="LiveId" clId="{CC95F531-1E43-4B39-9EA9-C59AE9A04054}" dt="2025-07-27T00:08:17.916" v="378" actId="1076"/>
          <ac:picMkLst>
            <pc:docMk/>
            <pc:sldMk cId="1405226965" sldId="256"/>
            <ac:picMk id="15" creationId="{CF8BFFC5-3B4C-7541-4765-2FE0A432ED0C}"/>
          </ac:picMkLst>
        </pc:picChg>
        <pc:picChg chg="add del">
          <ac:chgData name="Sage Raymond" userId="c3ee695e47d5a038" providerId="LiveId" clId="{CC95F531-1E43-4B39-9EA9-C59AE9A04054}" dt="2025-07-27T00:04:30.430" v="15" actId="478"/>
          <ac:picMkLst>
            <pc:docMk/>
            <pc:sldMk cId="1405226965" sldId="256"/>
            <ac:picMk id="17" creationId="{5559E2E2-DEF4-A766-D1D0-BF4543FBCA6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1C717-E4EC-4874-8101-30037CBAB7BE}" type="datetimeFigureOut">
              <a:rPr lang="en-CA" smtClean="0"/>
              <a:t>2025-09-18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5B25-9BEA-45BF-B629-0FF871F5AC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0767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1C717-E4EC-4874-8101-30037CBAB7BE}" type="datetimeFigureOut">
              <a:rPr lang="en-CA" smtClean="0"/>
              <a:t>2025-09-18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5B25-9BEA-45BF-B629-0FF871F5AC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02190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1C717-E4EC-4874-8101-30037CBAB7BE}" type="datetimeFigureOut">
              <a:rPr lang="en-CA" smtClean="0"/>
              <a:t>2025-09-18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5B25-9BEA-45BF-B629-0FF871F5AC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3029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1C717-E4EC-4874-8101-30037CBAB7BE}" type="datetimeFigureOut">
              <a:rPr lang="en-CA" smtClean="0"/>
              <a:t>2025-09-18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5B25-9BEA-45BF-B629-0FF871F5AC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2946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1C717-E4EC-4874-8101-30037CBAB7BE}" type="datetimeFigureOut">
              <a:rPr lang="en-CA" smtClean="0"/>
              <a:t>2025-09-18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5B25-9BEA-45BF-B629-0FF871F5AC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6814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1C717-E4EC-4874-8101-30037CBAB7BE}" type="datetimeFigureOut">
              <a:rPr lang="en-CA" smtClean="0"/>
              <a:t>2025-09-18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5B25-9BEA-45BF-B629-0FF871F5AC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30148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1C717-E4EC-4874-8101-30037CBAB7BE}" type="datetimeFigureOut">
              <a:rPr lang="en-CA" smtClean="0"/>
              <a:t>2025-09-18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5B25-9BEA-45BF-B629-0FF871F5AC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6946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1C717-E4EC-4874-8101-30037CBAB7BE}" type="datetimeFigureOut">
              <a:rPr lang="en-CA" smtClean="0"/>
              <a:t>2025-09-18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5B25-9BEA-45BF-B629-0FF871F5AC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1129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1C717-E4EC-4874-8101-30037CBAB7BE}" type="datetimeFigureOut">
              <a:rPr lang="en-CA" smtClean="0"/>
              <a:t>2025-09-18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5B25-9BEA-45BF-B629-0FF871F5AC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8862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1C717-E4EC-4874-8101-30037CBAB7BE}" type="datetimeFigureOut">
              <a:rPr lang="en-CA" smtClean="0"/>
              <a:t>2025-09-18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5B25-9BEA-45BF-B629-0FF871F5AC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40365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1C717-E4EC-4874-8101-30037CBAB7BE}" type="datetimeFigureOut">
              <a:rPr lang="en-CA" smtClean="0"/>
              <a:t>2025-09-18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5B25-9BEA-45BF-B629-0FF871F5AC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4943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31C717-E4EC-4874-8101-30037CBAB7BE}" type="datetimeFigureOut">
              <a:rPr lang="en-CA" smtClean="0"/>
              <a:t>2025-09-18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385B25-9BEA-45BF-B629-0FF871F5AC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0569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8DC6FCD-811B-436E-9FEE-FC957486C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8BFFC5-3B4C-7541-4765-2FE0A432ED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03" r="3" b="3"/>
          <a:stretch>
            <a:fillRect/>
          </a:stretch>
        </p:blipFill>
        <p:spPr>
          <a:xfrm>
            <a:off x="4656855" y="3133382"/>
            <a:ext cx="4353079" cy="31674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23DCAF-D4AA-4ACD-A59A-7331BC862C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96"/>
          <a:stretch>
            <a:fillRect/>
          </a:stretch>
        </p:blipFill>
        <p:spPr>
          <a:xfrm>
            <a:off x="171396" y="3133382"/>
            <a:ext cx="4348413" cy="316742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559E2E2-DEF4-A766-D1D0-BF4543FBCA6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845" r="1" b="1"/>
          <a:stretch>
            <a:fillRect/>
          </a:stretch>
        </p:blipFill>
        <p:spPr>
          <a:xfrm>
            <a:off x="4669974" y="171717"/>
            <a:ext cx="4353079" cy="27899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7AB2FC-C8E2-5F62-61A3-D671711CC03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9314"/>
          <a:stretch>
            <a:fillRect/>
          </a:stretch>
        </p:blipFill>
        <p:spPr>
          <a:xfrm>
            <a:off x="171396" y="180144"/>
            <a:ext cx="4348412" cy="278994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DB850BE-F61A-061E-7FCE-351BA4E09219}"/>
              </a:ext>
            </a:extLst>
          </p:cNvPr>
          <p:cNvSpPr txBox="1"/>
          <p:nvPr/>
        </p:nvSpPr>
        <p:spPr>
          <a:xfrm>
            <a:off x="308227" y="256854"/>
            <a:ext cx="8151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 b="1" dirty="0">
                <a:solidFill>
                  <a:schemeClr val="bg1"/>
                </a:solidFill>
              </a:rPr>
              <a:t>(A)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740D7E-B80D-EAC1-8E6A-00E9A68489EB}"/>
              </a:ext>
            </a:extLst>
          </p:cNvPr>
          <p:cNvSpPr txBox="1"/>
          <p:nvPr/>
        </p:nvSpPr>
        <p:spPr>
          <a:xfrm>
            <a:off x="4828867" y="3268557"/>
            <a:ext cx="8483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 b="1" dirty="0">
                <a:solidFill>
                  <a:schemeClr val="bg1"/>
                </a:solidFill>
              </a:rPr>
              <a:t>(D)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4AA19F-3673-4159-3C37-E7FF48244E1A}"/>
              </a:ext>
            </a:extLst>
          </p:cNvPr>
          <p:cNvSpPr txBox="1"/>
          <p:nvPr/>
        </p:nvSpPr>
        <p:spPr>
          <a:xfrm>
            <a:off x="4845990" y="253433"/>
            <a:ext cx="8034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 b="1" dirty="0">
                <a:solidFill>
                  <a:schemeClr val="bg1"/>
                </a:solidFill>
              </a:rPr>
              <a:t>(B)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FE3B5C-9845-6BB0-1067-4CEE8E6F4CDB}"/>
              </a:ext>
            </a:extLst>
          </p:cNvPr>
          <p:cNvSpPr txBox="1"/>
          <p:nvPr/>
        </p:nvSpPr>
        <p:spPr>
          <a:xfrm>
            <a:off x="308227" y="3268385"/>
            <a:ext cx="8483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 b="1" dirty="0">
                <a:solidFill>
                  <a:schemeClr val="bg1"/>
                </a:solidFill>
              </a:rPr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1405226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62A3A6-08D3-F3A1-F298-C5F050031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264483D-9CB0-A50A-3F8A-344458883D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9C1734D-7C6D-D584-3F3E-3D0B23EC6B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112" t="28935" r="14624" b="13121"/>
          <a:stretch>
            <a:fillRect/>
          </a:stretch>
        </p:blipFill>
        <p:spPr>
          <a:xfrm>
            <a:off x="4654192" y="3357037"/>
            <a:ext cx="4361870" cy="27899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67483E-1607-BAA6-5D76-2AD7D1F4D0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08" r="26444" b="31835"/>
          <a:stretch>
            <a:fillRect/>
          </a:stretch>
        </p:blipFill>
        <p:spPr>
          <a:xfrm>
            <a:off x="171397" y="3113070"/>
            <a:ext cx="4318412" cy="278994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4137AA6-3D70-E17B-3D46-CEC5CF2994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845" r="1" b="1"/>
          <a:stretch>
            <a:fillRect/>
          </a:stretch>
        </p:blipFill>
        <p:spPr>
          <a:xfrm>
            <a:off x="4669974" y="171717"/>
            <a:ext cx="4353079" cy="27899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F8281A-BEF6-DAB2-0E8F-362F54012FB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9314"/>
          <a:stretch>
            <a:fillRect/>
          </a:stretch>
        </p:blipFill>
        <p:spPr>
          <a:xfrm>
            <a:off x="417694" y="323122"/>
            <a:ext cx="4348412" cy="2789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909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41D83-4E25-55EB-9871-4AB299197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EC39E7-226D-5149-69C4-C0940FCBC5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11" t="48004" r="28041" b="1"/>
          <a:stretch>
            <a:fillRect/>
          </a:stretch>
        </p:blipFill>
        <p:spPr>
          <a:xfrm>
            <a:off x="4119937" y="3914454"/>
            <a:ext cx="1407559" cy="2262508"/>
          </a:xfr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8B992283-F371-B330-5126-B26DD67A6193}"/>
              </a:ext>
            </a:extLst>
          </p:cNvPr>
          <p:cNvSpPr/>
          <p:nvPr/>
        </p:nvSpPr>
        <p:spPr>
          <a:xfrm>
            <a:off x="1304818" y="3429000"/>
            <a:ext cx="513708" cy="475180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07707A-120B-A3C4-1716-17973398E9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33" r="27978"/>
          <a:stretch>
            <a:fillRect/>
          </a:stretch>
        </p:blipFill>
        <p:spPr>
          <a:xfrm>
            <a:off x="8160891" y="-365126"/>
            <a:ext cx="3318553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A49D4C-A21A-A247-E215-75C0BFFE12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39" r="50337"/>
          <a:stretch>
            <a:fillRect/>
          </a:stretch>
        </p:blipFill>
        <p:spPr>
          <a:xfrm>
            <a:off x="5278989" y="-139740"/>
            <a:ext cx="4541178" cy="349578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6EC6C97-240A-EEDB-BE4E-7346EB33E5D8}"/>
              </a:ext>
            </a:extLst>
          </p:cNvPr>
          <p:cNvSpPr/>
          <p:nvPr/>
        </p:nvSpPr>
        <p:spPr>
          <a:xfrm>
            <a:off x="3143892" y="2424701"/>
            <a:ext cx="4541178" cy="372928"/>
          </a:xfrm>
          <a:prstGeom prst="rect">
            <a:avLst/>
          </a:prstGeom>
          <a:gradFill flip="none" rotWithShape="1">
            <a:gsLst>
              <a:gs pos="29000">
                <a:schemeClr val="accent5">
                  <a:lumMod val="75000"/>
                </a:schemeClr>
              </a:gs>
              <a:gs pos="100000">
                <a:srgbClr val="FFC000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EECED271-FDE0-9CB9-4AC8-C0DD353211BD}"/>
              </a:ext>
            </a:extLst>
          </p:cNvPr>
          <p:cNvSpPr/>
          <p:nvPr/>
        </p:nvSpPr>
        <p:spPr>
          <a:xfrm rot="5400000">
            <a:off x="4505600" y="-619278"/>
            <a:ext cx="780836" cy="5307121"/>
          </a:xfrm>
          <a:prstGeom prst="leftBrace">
            <a:avLst>
              <a:gd name="adj1" fmla="val 76644"/>
              <a:gd name="adj2" fmla="val 50000"/>
            </a:avLst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0CA3307-3530-917C-D5DD-CC74E3A85A99}"/>
              </a:ext>
            </a:extLst>
          </p:cNvPr>
          <p:cNvGrpSpPr/>
          <p:nvPr/>
        </p:nvGrpSpPr>
        <p:grpSpPr>
          <a:xfrm>
            <a:off x="315686" y="4528457"/>
            <a:ext cx="1123308" cy="1099454"/>
            <a:chOff x="315686" y="4528457"/>
            <a:chExt cx="1123308" cy="1099454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561CDC1-2A8D-F7DC-F3D5-93ECF40F2E78}"/>
                </a:ext>
              </a:extLst>
            </p:cNvPr>
            <p:cNvSpPr/>
            <p:nvPr/>
          </p:nvSpPr>
          <p:spPr>
            <a:xfrm>
              <a:off x="881743" y="4528457"/>
              <a:ext cx="513708" cy="17417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AA47970-32F9-01CC-6B8C-257ABAE9FF91}"/>
                </a:ext>
              </a:extLst>
            </p:cNvPr>
            <p:cNvSpPr/>
            <p:nvPr/>
          </p:nvSpPr>
          <p:spPr>
            <a:xfrm>
              <a:off x="925286" y="5453739"/>
              <a:ext cx="513708" cy="17417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485875B-503A-6C91-657A-CF8E0C5378FA}"/>
                </a:ext>
              </a:extLst>
            </p:cNvPr>
            <p:cNvCxnSpPr>
              <a:stCxn id="14" idx="2"/>
              <a:endCxn id="15" idx="2"/>
            </p:cNvCxnSpPr>
            <p:nvPr/>
          </p:nvCxnSpPr>
          <p:spPr>
            <a:xfrm>
              <a:off x="881743" y="4615543"/>
              <a:ext cx="43543" cy="92528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17F9C4D-4BB1-D52C-AE45-5578740A9C74}"/>
                </a:ext>
              </a:extLst>
            </p:cNvPr>
            <p:cNvCxnSpPr>
              <a:cxnSpLocks/>
              <a:stCxn id="14" idx="6"/>
              <a:endCxn id="15" idx="6"/>
            </p:cNvCxnSpPr>
            <p:nvPr/>
          </p:nvCxnSpPr>
          <p:spPr>
            <a:xfrm>
              <a:off x="1395451" y="4615543"/>
              <a:ext cx="43543" cy="92528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0CA4F51-2DA0-E64C-D1CA-9FFF2B688596}"/>
                </a:ext>
              </a:extLst>
            </p:cNvPr>
            <p:cNvCxnSpPr/>
            <p:nvPr/>
          </p:nvCxnSpPr>
          <p:spPr>
            <a:xfrm flipH="1">
              <a:off x="315686" y="5094514"/>
              <a:ext cx="566057" cy="0"/>
            </a:xfrm>
            <a:prstGeom prst="line">
              <a:avLst/>
            </a:prstGeom>
            <a:ln w="762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098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4720</TotalTime>
  <Words>12</Words>
  <Application>Microsoft Office PowerPoint</Application>
  <PresentationFormat>On-screen Show (4:3)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Sage Raymond</dc:creator>
  <cp:lastModifiedBy>Sage Raymond</cp:lastModifiedBy>
  <cp:revision>2</cp:revision>
  <dcterms:created xsi:type="dcterms:W3CDTF">2025-07-25T17:44:12Z</dcterms:created>
  <dcterms:modified xsi:type="dcterms:W3CDTF">2025-09-21T01:49:53Z</dcterms:modified>
</cp:coreProperties>
</file>